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pic>
        <p:nvPicPr>
          <p:cNvPr id="4" name="Image 0" descr="/home/claude/osm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594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Store Management System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to manage inventory, orders, customers, and sales analytics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6400800" cy="1600200"/>
          </a:xfrm>
          <a:prstGeom prst="rect">
            <a:avLst/>
          </a:prstGeom>
          <a:solidFill>
            <a:srgbClr val="1E3A5F">
              <a:alpha val="80000"/>
            </a:srgbClr>
          </a:solidFill>
          <a:ln w="9525">
            <a:solidFill>
              <a:srgbClr val="2FA8A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709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5074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Bavesh  —  2620030486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532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Rithwik  —  2620030484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57200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5" name="Image 0" descr="/home/claude/osm/icons/problem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828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and small-scale online stores struggle to manage growing operations using manual, disconnected methods.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2816352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88720" y="26700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inventory tracking leads to stockouts, overstocking, and mismatched records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346704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88720" y="32004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processed inconsistently, causing delays and shipping errors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877056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88720" y="373075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to track customer data, purchase history, or support requests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4407408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88720" y="426110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owners lack real-time visibility into sales performance and trends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937760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88720" y="479145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handling and order status updates are often fragmented across tools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818120" y="1600200"/>
            <a:ext cx="3794760" cy="4572000"/>
          </a:xfrm>
          <a:prstGeom prst="rect">
            <a:avLst/>
          </a:prstGeom>
          <a:solidFill>
            <a:srgbClr val="14283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23774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 force store owners to juggle inventory sheets, order emails, and separate payment logs — wasting time and causing costly errors.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92440" y="4206240"/>
            <a:ext cx="3200400" cy="0"/>
          </a:xfrm>
          <a:prstGeom prst="line">
            <a:avLst/>
          </a:prstGeom>
          <a:noFill/>
          <a:ln w="12700">
            <a:solidFill>
              <a:srgbClr val="2FA8A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92440" y="44348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the need for one unified system to run an online store efficiently.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Management System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centralized Online Store Management System bringing every operation together in one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38728" cy="1874520"/>
          </a:xfrm>
          <a:prstGeom prst="rect">
            <a:avLst/>
          </a:prstGeom>
          <a:solidFill>
            <a:srgbClr val="EAF4F3"/>
          </a:solidFill>
          <a:ln/>
        </p:spPr>
      </p:sp>
      <p:pic>
        <p:nvPicPr>
          <p:cNvPr id="5" name="Image 0" descr="/home/claude/osm/icons/box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00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tracking with low-stock alerts and automatic updates on every sale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33672" y="2148840"/>
            <a:ext cx="3538728" cy="187452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9" name="Image 1" descr="/home/claude/osm/icons/car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3317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62272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4462272" y="3200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order flow from checkout to delivery, with live status tracking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918704" y="2148840"/>
            <a:ext cx="3538728" cy="1874520"/>
          </a:xfrm>
          <a:prstGeom prst="rect">
            <a:avLst/>
          </a:prstGeom>
          <a:solidFill>
            <a:srgbClr val="EAF4F3"/>
          </a:solidFill>
          <a:ln/>
        </p:spPr>
      </p:sp>
      <p:pic>
        <p:nvPicPr>
          <p:cNvPr id="13" name="Image 2" descr="/home/claude/osm/icons/users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3317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47304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8147304" y="3200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customer database storing purchase history and support interactions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3538728" cy="187452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17" name="Image 3" descr="/home/claude/osm/icons/char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showing revenue, top products, and sales trends at a glance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233672" y="4160520"/>
            <a:ext cx="3538728" cy="1874520"/>
          </a:xfrm>
          <a:prstGeom prst="rect">
            <a:avLst/>
          </a:prstGeom>
          <a:solidFill>
            <a:srgbClr val="EAF4F3"/>
          </a:solidFill>
          <a:ln/>
        </p:spPr>
      </p:sp>
      <p:pic>
        <p:nvPicPr>
          <p:cNvPr id="21" name="Image 4" descr="/home/claude/osm/icons/shield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43434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462272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4462272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Integrated, encrypted payment processing supporting multiple payment methods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918704" y="4160520"/>
            <a:ext cx="3538728" cy="187452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25" name="Image 5" descr="/home/claude/osm/icons/check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4" y="43434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147304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</a:t>
            </a:r>
            <a:endParaRPr lang="en-US" sz="1450" dirty="0"/>
          </a:p>
        </p:txBody>
      </p:sp>
      <p:sp>
        <p:nvSpPr>
          <p:cNvPr id="27" name="Text 19"/>
          <p:cNvSpPr txBox="1"/>
          <p:nvPr/>
        </p:nvSpPr>
        <p:spPr>
          <a:xfrm>
            <a:off x="8147304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login for owners to manage products, orders, and staff permissions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Management System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554480"/>
          </a:xfrm>
          <a:prstGeom prst="rect">
            <a:avLst/>
          </a:prstGeom>
          <a:solidFill>
            <a:srgbClr val="14283F"/>
          </a:solidFill>
          <a:ln/>
        </p:spPr>
      </p:sp>
      <p:pic>
        <p:nvPicPr>
          <p:cNvPr id="4" name="Image 0" descr="/home/claude/osm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7830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Store Management System replaces scattered spreadsheets and manual processes with one connected platform — giving store owners real-time control over inventory, orders, customers, and sales, all from a single dashboard.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429000"/>
            <a:ext cx="3538728" cy="169164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7" name="Image 1" descr="/home/claude/osm/icons/chec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576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stock and order tracking removes manual mismatches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33672" y="3429000"/>
            <a:ext cx="3538728" cy="169164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11" name="Image 2" descr="/home/claude/osm/icons/char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6576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62272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462272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help owners react to trends as they happen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918704" y="3429000"/>
            <a:ext cx="3538728" cy="169164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15" name="Image 3" descr="/home/claude/osm/icons/mobile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365760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147304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growth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8147304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the store as products and orders increase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394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product recommendations, a dedicated mobile app, and multi-vendor marketplace support.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Management System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pic>
        <p:nvPicPr>
          <p:cNvPr id="4" name="Image 0" descr="/home/claude/osm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1031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200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Management System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Bavesh (2620030486)   •   Rithwik (2620030484)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2026-09-22T08:49:47Z</dcterms:created>
  <dcterms:modified xsi:type="dcterms:W3CDTF">2026-09-22T08:49:47Z</dcterms:modified>
</cp:coreProperties>
</file>